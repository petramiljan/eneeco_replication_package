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Álvaro García Cerezo" userId="431236b2-20b9-46ca-97a9-97f8fe0db936" providerId="ADAL" clId="{15107D05-290A-4D7B-AE2B-29B0EAF6F057}"/>
    <pc:docChg chg="delSld">
      <pc:chgData name="Álvaro García Cerezo" userId="431236b2-20b9-46ca-97a9-97f8fe0db936" providerId="ADAL" clId="{15107D05-290A-4D7B-AE2B-29B0EAF6F057}" dt="2026-08-29T13:46:42.289" v="2" actId="47"/>
      <pc:docMkLst>
        <pc:docMk/>
      </pc:docMkLst>
      <pc:sldChg chg="del">
        <pc:chgData name="Álvaro García Cerezo" userId="431236b2-20b9-46ca-97a9-97f8fe0db936" providerId="ADAL" clId="{15107D05-290A-4D7B-AE2B-29B0EAF6F057}" dt="2026-08-29T13:46:36.470" v="0" actId="47"/>
        <pc:sldMkLst>
          <pc:docMk/>
          <pc:sldMk cId="788735319" sldId="257"/>
        </pc:sldMkLst>
      </pc:sldChg>
      <pc:sldChg chg="del">
        <pc:chgData name="Álvaro García Cerezo" userId="431236b2-20b9-46ca-97a9-97f8fe0db936" providerId="ADAL" clId="{15107D05-290A-4D7B-AE2B-29B0EAF6F057}" dt="2026-08-29T13:46:40.167" v="1" actId="47"/>
        <pc:sldMkLst>
          <pc:docMk/>
          <pc:sldMk cId="2812693889" sldId="258"/>
        </pc:sldMkLst>
      </pc:sldChg>
      <pc:sldChg chg="del">
        <pc:chgData name="Álvaro García Cerezo" userId="431236b2-20b9-46ca-97a9-97f8fe0db936" providerId="ADAL" clId="{15107D05-290A-4D7B-AE2B-29B0EAF6F057}" dt="2026-08-29T13:46:42.289" v="2" actId="47"/>
        <pc:sldMkLst>
          <pc:docMk/>
          <pc:sldMk cId="3344883931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C523B-1EC1-2E4D-4F4B-F599E1612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0F95BA-8A71-BFFB-633F-428C42A9B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68FE65-1FEA-A0A3-E0AE-E0A1CF03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046BB-9534-409A-A0D4-B66D34567639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839362-E1B4-0596-D3F1-52363947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06E9BE-1E33-EDB0-141A-9EC48418D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789EE-0808-42B4-8E33-8D1A399E13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7226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F4C7C-89CF-F2DC-C91D-E963E8E30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7027F6-F7DD-1007-C619-3F5B2C7AF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55B702-45CB-B234-52E5-9E818263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046BB-9534-409A-A0D4-B66D34567639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9505E4-B5BF-EA6E-16AB-F3DC373FC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0C82BB-BF1B-D69D-6847-4CA8715AC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789EE-0808-42B4-8E33-8D1A399E13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457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1EC60-D0F8-CD52-C596-84C55CB40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1E8765-D2B0-4DC5-492E-2ACFE7B1F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2FD004-F453-76B5-347D-BDE40725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046BB-9534-409A-A0D4-B66D34567639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239497-56B0-1737-8C20-683B10A76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281C50-5AF6-5400-7B74-5291E8EC5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789EE-0808-42B4-8E33-8D1A399E13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1968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D711E-D5D0-AFA3-870D-E7F822EDB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FD93B4-83D3-08CD-B76A-2BF6D73932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49DF7AC-DDE9-CCC1-FAA6-0CA64B3E5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37F28E-7CD0-4B93-4B74-F7C867B5B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046BB-9534-409A-A0D4-B66D34567639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90AAFA-D9F9-9216-4B20-FDAD69892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A59908-40E9-8985-060D-E95CC387D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789EE-0808-42B4-8E33-8D1A399E13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4252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B6ED3-8C03-EAAB-E14B-445B4550C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9691D2-CA7B-AAD8-7144-8A172B436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5A5C245-D922-529F-EA24-1FC145FCB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4AF1829-CF07-DE1B-5D8C-523A532DD3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924EAE8-331D-BF15-EC84-84EE8CDDA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7E90B7-E4FD-B0BC-4AFF-1786AC61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046BB-9534-409A-A0D4-B66D34567639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E9C7DC9-E06C-977D-5D33-D8CE29292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0F83421-2571-052D-6360-03D1BC0B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789EE-0808-42B4-8E33-8D1A399E13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8235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9E0825-5013-835A-9457-19D545408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7AB1F24-DDF8-06F4-5AF1-6C05476BB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046BB-9534-409A-A0D4-B66D34567639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2F9020-96A9-CC85-2065-EB3B1071D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99F9E1-EC3D-8781-FF79-A7CEF35C5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789EE-0808-42B4-8E33-8D1A399E13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64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6887AD1-57B5-4656-8F9A-6B94ED38A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046BB-9534-409A-A0D4-B66D34567639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92D93F0-9175-2704-98D4-2D2A82772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6D633B-AA34-B023-B6B4-99EA8DC59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789EE-0808-42B4-8E33-8D1A399E13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6377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D5050A-1420-826D-4629-804DE2A20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500514-7E21-A569-D0E0-E6E964A57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3BC1F7-9A28-19EA-C2BB-5DD2BBAF3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8AF1BE-FD17-9016-C254-487537F3E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046BB-9534-409A-A0D4-B66D34567639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F19E6C-1E2F-9A5C-2596-8FD1D0428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ACB08D-FFFE-1E24-747C-8E209ABB4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789EE-0808-42B4-8E33-8D1A399E13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5371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475CB-A258-42DE-FE52-55AE44B23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957C72E-4106-A428-6933-09A6579640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643AFC-EDE2-2EEE-652D-AE1CD8EC8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BDECC9-A74D-C195-DCEA-AC47D0300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046BB-9534-409A-A0D4-B66D34567639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4794CE2-4A13-CE4F-44EF-7978056A9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616C3C-5EF7-C040-2C63-26E194F80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789EE-0808-42B4-8E33-8D1A399E13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840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8E803C-2C0C-78B9-18D8-0BFF42E2D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5DBA6D-4A1B-5386-5960-E9BB9F909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2AD7D5-2470-52A3-43C3-948DD2198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046BB-9534-409A-A0D4-B66D34567639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230C7C-8740-16EE-E777-9FC8DC9AF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DD4A1E-C387-3116-8246-4F5A35F1E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789EE-0808-42B4-8E33-8D1A399E13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143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A01D575-A65A-37B4-9BCF-74F9B36435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A16140E-2408-D2C3-60A1-F6AE395E2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D3EC67-D412-2451-C71C-9354C865C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046BB-9534-409A-A0D4-B66D34567639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8C95B5-A1E8-AF79-42E2-B18A6605D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8B589D-C246-D656-7B5D-7352A398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789EE-0808-42B4-8E33-8D1A399E13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018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FBDABC8-F421-3AAA-6807-E096FE4DA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790B3D-133C-CB7A-8265-2AC935F7F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9B7E16-65DE-E684-432B-5AC166250B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4046BB-9534-409A-A0D4-B66D34567639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705985-C0E7-DF3C-0EA4-8F7B48267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7C5681-B024-F5EC-2BDF-86F365AB4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789EE-0808-42B4-8E33-8D1A399E13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3243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AEB4367F-5BA2-F2DF-4610-CC871DBB9B37}"/>
              </a:ext>
            </a:extLst>
          </p:cNvPr>
          <p:cNvCxnSpPr>
            <a:cxnSpLocks/>
          </p:cNvCxnSpPr>
          <p:nvPr/>
        </p:nvCxnSpPr>
        <p:spPr>
          <a:xfrm>
            <a:off x="8305471" y="485223"/>
            <a:ext cx="0" cy="41796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5A40365-10F5-8A33-FFBA-10953B38027E}"/>
              </a:ext>
            </a:extLst>
          </p:cNvPr>
          <p:cNvCxnSpPr>
            <a:cxnSpLocks/>
          </p:cNvCxnSpPr>
          <p:nvPr/>
        </p:nvCxnSpPr>
        <p:spPr>
          <a:xfrm flipH="1">
            <a:off x="952914" y="481783"/>
            <a:ext cx="7865" cy="417849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73F4500B-AEAC-7374-C958-D5C9C5A6F47F}"/>
              </a:ext>
            </a:extLst>
          </p:cNvPr>
          <p:cNvCxnSpPr>
            <a:cxnSpLocks/>
          </p:cNvCxnSpPr>
          <p:nvPr/>
        </p:nvCxnSpPr>
        <p:spPr>
          <a:xfrm>
            <a:off x="4534919" y="485222"/>
            <a:ext cx="3175" cy="41796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22DCE61D-4363-AE1A-8682-7714F7FAB040}"/>
              </a:ext>
            </a:extLst>
          </p:cNvPr>
          <p:cNvSpPr/>
          <p:nvPr/>
        </p:nvSpPr>
        <p:spPr>
          <a:xfrm>
            <a:off x="4359719" y="1760821"/>
            <a:ext cx="360000" cy="36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B780888-EB3F-0862-1A29-48EC3242A55C}"/>
              </a:ext>
            </a:extLst>
          </p:cNvPr>
          <p:cNvSpPr/>
          <p:nvPr/>
        </p:nvSpPr>
        <p:spPr>
          <a:xfrm>
            <a:off x="4359719" y="3680975"/>
            <a:ext cx="360000" cy="36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31124E1-D99F-344C-126B-92FDCA335E11}"/>
              </a:ext>
            </a:extLst>
          </p:cNvPr>
          <p:cNvSpPr/>
          <p:nvPr/>
        </p:nvSpPr>
        <p:spPr>
          <a:xfrm>
            <a:off x="780779" y="2720898"/>
            <a:ext cx="360000" cy="3600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E187355-F1BE-EFA8-1A9D-9296C008497D}"/>
              </a:ext>
            </a:extLst>
          </p:cNvPr>
          <p:cNvSpPr txBox="1"/>
          <p:nvPr/>
        </p:nvSpPr>
        <p:spPr>
          <a:xfrm>
            <a:off x="17358" y="5576460"/>
            <a:ext cx="1867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Day-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ahead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market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(1st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stage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98F783B-080F-A327-DD2B-09579D2F07D4}"/>
              </a:ext>
            </a:extLst>
          </p:cNvPr>
          <p:cNvSpPr txBox="1"/>
          <p:nvPr/>
        </p:nvSpPr>
        <p:spPr>
          <a:xfrm>
            <a:off x="3596210" y="5576460"/>
            <a:ext cx="1867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Imbalance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rescheduling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(2nd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stage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9DB24D8C-0FA7-FF95-C968-686278FAC950}"/>
                  </a:ext>
                </a:extLst>
              </p:cNvPr>
              <p:cNvSpPr txBox="1"/>
              <p:nvPr/>
            </p:nvSpPr>
            <p:spPr>
              <a:xfrm>
                <a:off x="6581417" y="5584013"/>
                <a:ext cx="3448105" cy="9841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Identification</a:t>
                </a: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endParaRPr lang="es-E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s-E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IPDs</a:t>
                </a: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s-E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Γ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𝜉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s-E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IB</m:t>
                        </m:r>
                      </m:sup>
                    </m:sSubSup>
                  </m:oMath>
                </a14:m>
                <a:endParaRPr lang="es-E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s-E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inner</a:t>
                </a: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</a:t>
                </a: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9DB24D8C-0FA7-FF95-C968-686278FAC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417" y="5584013"/>
                <a:ext cx="3448105" cy="984116"/>
              </a:xfrm>
              <a:prstGeom prst="rect">
                <a:avLst/>
              </a:prstGeom>
              <a:blipFill>
                <a:blip r:embed="rId2"/>
                <a:stretch>
                  <a:fillRect t="-3106" b="-931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1AE9D0CE-FD69-0CC5-D759-BC077A63426E}"/>
              </a:ext>
            </a:extLst>
          </p:cNvPr>
          <p:cNvCxnSpPr>
            <a:cxnSpLocks/>
          </p:cNvCxnSpPr>
          <p:nvPr/>
        </p:nvCxnSpPr>
        <p:spPr>
          <a:xfrm flipV="1">
            <a:off x="952915" y="4683138"/>
            <a:ext cx="0" cy="90087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Elipse 44">
            <a:extLst>
              <a:ext uri="{FF2B5EF4-FFF2-40B4-BE49-F238E27FC236}">
                <a16:creationId xmlns:a16="http://schemas.microsoft.com/office/drawing/2014/main" id="{E01274CB-C3F8-1A0F-18DC-BCDBF2902C03}"/>
              </a:ext>
            </a:extLst>
          </p:cNvPr>
          <p:cNvSpPr/>
          <p:nvPr/>
        </p:nvSpPr>
        <p:spPr>
          <a:xfrm>
            <a:off x="8125471" y="1267543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88D6F5F6-69AF-4C6B-D0E0-B4E70688A3D3}"/>
              </a:ext>
            </a:extLst>
          </p:cNvPr>
          <p:cNvSpPr/>
          <p:nvPr/>
        </p:nvSpPr>
        <p:spPr>
          <a:xfrm>
            <a:off x="8125471" y="2254099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D1E1C08A-BE3D-7950-B02F-40604878D140}"/>
              </a:ext>
            </a:extLst>
          </p:cNvPr>
          <p:cNvSpPr/>
          <p:nvPr/>
        </p:nvSpPr>
        <p:spPr>
          <a:xfrm>
            <a:off x="8125471" y="3152731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39101479-524D-EC48-ECB1-575FDDF13FC3}"/>
              </a:ext>
            </a:extLst>
          </p:cNvPr>
          <p:cNvSpPr/>
          <p:nvPr/>
        </p:nvSpPr>
        <p:spPr>
          <a:xfrm>
            <a:off x="8125471" y="4139287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CA8A526A-0E3E-A027-27F9-CCEF6BB16F38}"/>
              </a:ext>
            </a:extLst>
          </p:cNvPr>
          <p:cNvCxnSpPr>
            <a:cxnSpLocks/>
            <a:stCxn id="28" idx="6"/>
            <a:endCxn id="9" idx="2"/>
          </p:cNvCxnSpPr>
          <p:nvPr/>
        </p:nvCxnSpPr>
        <p:spPr>
          <a:xfrm flipV="1">
            <a:off x="1140779" y="1940821"/>
            <a:ext cx="3218940" cy="96007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B242CEF6-A6AC-AF2F-3D1E-003FE2854AFB}"/>
              </a:ext>
            </a:extLst>
          </p:cNvPr>
          <p:cNvCxnSpPr>
            <a:cxnSpLocks/>
            <a:stCxn id="28" idx="6"/>
            <a:endCxn id="11" idx="2"/>
          </p:cNvCxnSpPr>
          <p:nvPr/>
        </p:nvCxnSpPr>
        <p:spPr>
          <a:xfrm>
            <a:off x="1140779" y="2900898"/>
            <a:ext cx="3218940" cy="96007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34D30BFE-4058-A881-9231-5C6F9A4C1E2D}"/>
              </a:ext>
            </a:extLst>
          </p:cNvPr>
          <p:cNvCxnSpPr>
            <a:cxnSpLocks/>
            <a:stCxn id="9" idx="6"/>
            <a:endCxn id="45" idx="2"/>
          </p:cNvCxnSpPr>
          <p:nvPr/>
        </p:nvCxnSpPr>
        <p:spPr>
          <a:xfrm flipV="1">
            <a:off x="4719719" y="1447543"/>
            <a:ext cx="3405752" cy="49327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de flecha 97">
            <a:extLst>
              <a:ext uri="{FF2B5EF4-FFF2-40B4-BE49-F238E27FC236}">
                <a16:creationId xmlns:a16="http://schemas.microsoft.com/office/drawing/2014/main" id="{7891AEEE-F2CF-D9AC-6403-6FE739EA94A3}"/>
              </a:ext>
            </a:extLst>
          </p:cNvPr>
          <p:cNvCxnSpPr>
            <a:cxnSpLocks/>
            <a:stCxn id="9" idx="6"/>
            <a:endCxn id="46" idx="2"/>
          </p:cNvCxnSpPr>
          <p:nvPr/>
        </p:nvCxnSpPr>
        <p:spPr>
          <a:xfrm>
            <a:off x="4719719" y="1940821"/>
            <a:ext cx="3405752" cy="49327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de flecha 100">
            <a:extLst>
              <a:ext uri="{FF2B5EF4-FFF2-40B4-BE49-F238E27FC236}">
                <a16:creationId xmlns:a16="http://schemas.microsoft.com/office/drawing/2014/main" id="{14F75807-0FE7-F432-5056-9A74616C3413}"/>
              </a:ext>
            </a:extLst>
          </p:cNvPr>
          <p:cNvCxnSpPr>
            <a:cxnSpLocks/>
            <a:stCxn id="11" idx="6"/>
            <a:endCxn id="50" idx="2"/>
          </p:cNvCxnSpPr>
          <p:nvPr/>
        </p:nvCxnSpPr>
        <p:spPr>
          <a:xfrm flipV="1">
            <a:off x="4719719" y="3332731"/>
            <a:ext cx="3405752" cy="52824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de flecha 103">
            <a:extLst>
              <a:ext uri="{FF2B5EF4-FFF2-40B4-BE49-F238E27FC236}">
                <a16:creationId xmlns:a16="http://schemas.microsoft.com/office/drawing/2014/main" id="{129AE0EC-23D1-3CEA-2D34-F8D043CEAF12}"/>
              </a:ext>
            </a:extLst>
          </p:cNvPr>
          <p:cNvCxnSpPr>
            <a:cxnSpLocks/>
            <a:stCxn id="11" idx="6"/>
            <a:endCxn id="51" idx="2"/>
          </p:cNvCxnSpPr>
          <p:nvPr/>
        </p:nvCxnSpPr>
        <p:spPr>
          <a:xfrm>
            <a:off x="4719719" y="3860975"/>
            <a:ext cx="3405752" cy="45831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A8217AFA-1DEB-3267-1166-5632B3E82DA7}"/>
              </a:ext>
            </a:extLst>
          </p:cNvPr>
          <p:cNvSpPr txBox="1"/>
          <p:nvPr/>
        </p:nvSpPr>
        <p:spPr>
          <a:xfrm>
            <a:off x="1176317" y="1864294"/>
            <a:ext cx="1167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RPA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scenario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5CB79000-ED3F-5AF2-9478-A8F562FA6F1D}"/>
                  </a:ext>
                </a:extLst>
              </p:cNvPr>
              <p:cNvSpPr txBox="1"/>
              <p:nvPr/>
            </p:nvSpPr>
            <p:spPr>
              <a:xfrm>
                <a:off x="1023917" y="3189775"/>
                <a:ext cx="1471818" cy="681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RPA </a:t>
                </a:r>
              </a:p>
              <a:p>
                <a:pPr algn="ctr"/>
                <a:r>
                  <a:rPr lang="es-E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scenario</a:t>
                </a: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E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s-E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s-E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sup>
                        </m:sSup>
                      </m:e>
                    </m:d>
                  </m:oMath>
                </a14:m>
                <a:endParaRPr lang="es-E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5CB79000-ED3F-5AF2-9478-A8F562FA6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917" y="3189775"/>
                <a:ext cx="1471818" cy="681982"/>
              </a:xfrm>
              <a:prstGeom prst="rect">
                <a:avLst/>
              </a:prstGeom>
              <a:blipFill>
                <a:blip r:embed="rId3"/>
                <a:stretch>
                  <a:fillRect l="-1245" t="-4464" b="-1071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CuadroTexto 109">
                <a:extLst>
                  <a:ext uri="{FF2B5EF4-FFF2-40B4-BE49-F238E27FC236}">
                    <a16:creationId xmlns:a16="http://schemas.microsoft.com/office/drawing/2014/main" id="{375BE14D-DB29-AC37-35C9-A17511CFD1D6}"/>
                  </a:ext>
                </a:extLst>
              </p:cNvPr>
              <p:cNvSpPr txBox="1"/>
              <p:nvPr/>
            </p:nvSpPr>
            <p:spPr>
              <a:xfrm>
                <a:off x="3012701" y="2259381"/>
                <a:ext cx="1167018" cy="431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𝑅𝐸</m:t>
                      </m:r>
                      <m:sSubSup>
                        <m:sSubSup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s-ES" b="0" i="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</m:t>
                          </m:r>
                          <m:r>
                            <a:rPr lang="es-ES" b="0" i="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s-ES" b="0" i="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IB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0" name="CuadroTexto 109">
                <a:extLst>
                  <a:ext uri="{FF2B5EF4-FFF2-40B4-BE49-F238E27FC236}">
                    <a16:creationId xmlns:a16="http://schemas.microsoft.com/office/drawing/2014/main" id="{375BE14D-DB29-AC37-35C9-A17511CFD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701" y="2259381"/>
                <a:ext cx="1167018" cy="4312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CuadroTexto 110">
                <a:extLst>
                  <a:ext uri="{FF2B5EF4-FFF2-40B4-BE49-F238E27FC236}">
                    <a16:creationId xmlns:a16="http://schemas.microsoft.com/office/drawing/2014/main" id="{57A6902D-3388-2C26-6817-87F3D2CC90D4}"/>
                  </a:ext>
                </a:extLst>
              </p:cNvPr>
              <p:cNvSpPr txBox="1"/>
              <p:nvPr/>
            </p:nvSpPr>
            <p:spPr>
              <a:xfrm>
                <a:off x="2977164" y="1651944"/>
                <a:ext cx="1167018" cy="383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s-ES" b="0" i="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1" name="CuadroTexto 110">
                <a:extLst>
                  <a:ext uri="{FF2B5EF4-FFF2-40B4-BE49-F238E27FC236}">
                    <a16:creationId xmlns:a16="http://schemas.microsoft.com/office/drawing/2014/main" id="{57A6902D-3388-2C26-6817-87F3D2CC9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164" y="1651944"/>
                <a:ext cx="1167018" cy="383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CuadroTexto 111">
                <a:extLst>
                  <a:ext uri="{FF2B5EF4-FFF2-40B4-BE49-F238E27FC236}">
                    <a16:creationId xmlns:a16="http://schemas.microsoft.com/office/drawing/2014/main" id="{88B5E582-4EBD-0298-B41C-EB0E816D3E15}"/>
                  </a:ext>
                </a:extLst>
              </p:cNvPr>
              <p:cNvSpPr txBox="1"/>
              <p:nvPr/>
            </p:nvSpPr>
            <p:spPr>
              <a:xfrm>
                <a:off x="3012701" y="3788790"/>
                <a:ext cx="1167018" cy="504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𝑅𝐸</m:t>
                      </m:r>
                      <m:sSubSup>
                        <m:sSubSup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s-E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s-ES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S</m:t>
                                  </m:r>
                                </m:sup>
                              </m:sSup>
                            </m:e>
                          </m:d>
                        </m:sub>
                        <m:sup>
                          <m:r>
                            <m:rPr>
                              <m:sty m:val="p"/>
                            </m:rPr>
                            <a:rPr lang="es-ES" b="0" i="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</m:t>
                          </m:r>
                          <m:r>
                            <a:rPr lang="es-ES" b="0" i="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s-ES" b="0" i="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IB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2" name="CuadroTexto 111">
                <a:extLst>
                  <a:ext uri="{FF2B5EF4-FFF2-40B4-BE49-F238E27FC236}">
                    <a16:creationId xmlns:a16="http://schemas.microsoft.com/office/drawing/2014/main" id="{88B5E582-4EBD-0298-B41C-EB0E816D3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701" y="3788790"/>
                <a:ext cx="1167018" cy="504369"/>
              </a:xfrm>
              <a:prstGeom prst="rect">
                <a:avLst/>
              </a:prstGeom>
              <a:blipFill>
                <a:blip r:embed="rId6"/>
                <a:stretch>
                  <a:fillRect l="-41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CuadroTexto 112">
                <a:extLst>
                  <a:ext uri="{FF2B5EF4-FFF2-40B4-BE49-F238E27FC236}">
                    <a16:creationId xmlns:a16="http://schemas.microsoft.com/office/drawing/2014/main" id="{24AD3957-A560-C3AD-540C-BA5AA2B5DCA9}"/>
                  </a:ext>
                </a:extLst>
              </p:cNvPr>
              <p:cNvSpPr txBox="1"/>
              <p:nvPr/>
            </p:nvSpPr>
            <p:spPr>
              <a:xfrm>
                <a:off x="3012701" y="3042002"/>
                <a:ext cx="1167018" cy="485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s-E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s-ES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S</m:t>
                                  </m:r>
                                </m:sup>
                              </m:sSup>
                            </m:e>
                          </m:d>
                        </m:sub>
                        <m:sup>
                          <m:r>
                            <m:rPr>
                              <m:sty m:val="p"/>
                            </m:rPr>
                            <a:rPr lang="es-ES" b="0" i="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3" name="CuadroTexto 112">
                <a:extLst>
                  <a:ext uri="{FF2B5EF4-FFF2-40B4-BE49-F238E27FC236}">
                    <a16:creationId xmlns:a16="http://schemas.microsoft.com/office/drawing/2014/main" id="{24AD3957-A560-C3AD-540C-BA5AA2B5D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701" y="3042002"/>
                <a:ext cx="1167018" cy="4851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CuadroTexto 113">
            <a:extLst>
              <a:ext uri="{FF2B5EF4-FFF2-40B4-BE49-F238E27FC236}">
                <a16:creationId xmlns:a16="http://schemas.microsoft.com/office/drawing/2014/main" id="{BD8D5384-99DC-6752-D22D-DC113C64720D}"/>
              </a:ext>
            </a:extLst>
          </p:cNvPr>
          <p:cNvSpPr txBox="1"/>
          <p:nvPr/>
        </p:nvSpPr>
        <p:spPr>
          <a:xfrm>
            <a:off x="4770039" y="1061325"/>
            <a:ext cx="1167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IPDs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scenario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CuadroTexto 114">
                <a:extLst>
                  <a:ext uri="{FF2B5EF4-FFF2-40B4-BE49-F238E27FC236}">
                    <a16:creationId xmlns:a16="http://schemas.microsoft.com/office/drawing/2014/main" id="{590DB809-F094-0492-7711-31EA97D8C3A4}"/>
                  </a:ext>
                </a:extLst>
              </p:cNvPr>
              <p:cNvSpPr txBox="1"/>
              <p:nvPr/>
            </p:nvSpPr>
            <p:spPr>
              <a:xfrm>
                <a:off x="4622748" y="2079869"/>
                <a:ext cx="1461600" cy="681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IPDs</a:t>
                </a:r>
                <a:endParaRPr lang="es-E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s-E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scenario</a:t>
                </a: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E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s-E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s-E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</m:sup>
                        </m:sSup>
                      </m:e>
                    </m:d>
                  </m:oMath>
                </a14:m>
                <a:endParaRPr lang="es-E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5" name="CuadroTexto 114">
                <a:extLst>
                  <a:ext uri="{FF2B5EF4-FFF2-40B4-BE49-F238E27FC236}">
                    <a16:creationId xmlns:a16="http://schemas.microsoft.com/office/drawing/2014/main" id="{590DB809-F094-0492-7711-31EA97D8C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2748" y="2079869"/>
                <a:ext cx="1461600" cy="681982"/>
              </a:xfrm>
              <a:prstGeom prst="rect">
                <a:avLst/>
              </a:prstGeom>
              <a:blipFill>
                <a:blip r:embed="rId8"/>
                <a:stretch>
                  <a:fillRect l="-2083" t="-4464" b="-1071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CuadroTexto 115">
            <a:extLst>
              <a:ext uri="{FF2B5EF4-FFF2-40B4-BE49-F238E27FC236}">
                <a16:creationId xmlns:a16="http://schemas.microsoft.com/office/drawing/2014/main" id="{7AF2D0E7-410A-6F9F-585E-2BD403BCC99B}"/>
              </a:ext>
            </a:extLst>
          </p:cNvPr>
          <p:cNvSpPr txBox="1"/>
          <p:nvPr/>
        </p:nvSpPr>
        <p:spPr>
          <a:xfrm>
            <a:off x="4770039" y="2968532"/>
            <a:ext cx="1167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IPDs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scenario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4643228E-76CD-D401-5848-8562BA6A0BAD}"/>
                  </a:ext>
                </a:extLst>
              </p:cNvPr>
              <p:cNvSpPr txBox="1"/>
              <p:nvPr/>
            </p:nvSpPr>
            <p:spPr>
              <a:xfrm>
                <a:off x="4622748" y="3978296"/>
                <a:ext cx="1461600" cy="681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IPDs</a:t>
                </a:r>
                <a:endParaRPr lang="es-E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s-E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scenario</a:t>
                </a: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E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s-E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s-E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</m:sup>
                        </m:sSup>
                      </m:e>
                    </m:d>
                  </m:oMath>
                </a14:m>
                <a:endParaRPr lang="es-E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4643228E-76CD-D401-5848-8562BA6A0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2748" y="3978296"/>
                <a:ext cx="1461600" cy="681982"/>
              </a:xfrm>
              <a:prstGeom prst="rect">
                <a:avLst/>
              </a:prstGeom>
              <a:blipFill>
                <a:blip r:embed="rId9"/>
                <a:stretch>
                  <a:fillRect l="-2083" t="-5405" b="-1171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CuadroTexto 117">
                <a:extLst>
                  <a:ext uri="{FF2B5EF4-FFF2-40B4-BE49-F238E27FC236}">
                    <a16:creationId xmlns:a16="http://schemas.microsoft.com/office/drawing/2014/main" id="{CA6D6DEE-3AE5-DF30-A1E6-162BC0462B45}"/>
                  </a:ext>
                </a:extLst>
              </p:cNvPr>
              <p:cNvSpPr txBox="1"/>
              <p:nvPr/>
            </p:nvSpPr>
            <p:spPr>
              <a:xfrm>
                <a:off x="7048453" y="1007072"/>
                <a:ext cx="1167018" cy="430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𝜉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s-ES" b="0" i="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8" name="CuadroTexto 117">
                <a:extLst>
                  <a:ext uri="{FF2B5EF4-FFF2-40B4-BE49-F238E27FC236}">
                    <a16:creationId xmlns:a16="http://schemas.microsoft.com/office/drawing/2014/main" id="{CA6D6DEE-3AE5-DF30-A1E6-162BC0462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453" y="1007072"/>
                <a:ext cx="1167018" cy="430118"/>
              </a:xfrm>
              <a:prstGeom prst="rect">
                <a:avLst/>
              </a:prstGeom>
              <a:blipFill>
                <a:blip r:embed="rId10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CuadroTexto 118">
                <a:extLst>
                  <a:ext uri="{FF2B5EF4-FFF2-40B4-BE49-F238E27FC236}">
                    <a16:creationId xmlns:a16="http://schemas.microsoft.com/office/drawing/2014/main" id="{B87B393D-2871-FC27-045E-04235769E986}"/>
                  </a:ext>
                </a:extLst>
              </p:cNvPr>
              <p:cNvSpPr txBox="1"/>
              <p:nvPr/>
            </p:nvSpPr>
            <p:spPr>
              <a:xfrm>
                <a:off x="7048453" y="2917996"/>
                <a:ext cx="1167018" cy="430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𝜉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s-ES" b="0" i="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9" name="CuadroTexto 118">
                <a:extLst>
                  <a:ext uri="{FF2B5EF4-FFF2-40B4-BE49-F238E27FC236}">
                    <a16:creationId xmlns:a16="http://schemas.microsoft.com/office/drawing/2014/main" id="{B87B393D-2871-FC27-045E-04235769E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453" y="2917996"/>
                <a:ext cx="1167018" cy="430118"/>
              </a:xfrm>
              <a:prstGeom prst="rect">
                <a:avLst/>
              </a:prstGeom>
              <a:blipFill>
                <a:blip r:embed="rId1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CuadroTexto 119">
                <a:extLst>
                  <a:ext uri="{FF2B5EF4-FFF2-40B4-BE49-F238E27FC236}">
                    <a16:creationId xmlns:a16="http://schemas.microsoft.com/office/drawing/2014/main" id="{A3D116B3-4BF4-BB12-A56D-D12EFF463B39}"/>
                  </a:ext>
                </a:extLst>
              </p:cNvPr>
              <p:cNvSpPr txBox="1"/>
              <p:nvPr/>
            </p:nvSpPr>
            <p:spPr>
              <a:xfrm>
                <a:off x="7318453" y="1498044"/>
                <a:ext cx="1167018" cy="430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𝜉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IB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0" name="CuadroTexto 119">
                <a:extLst>
                  <a:ext uri="{FF2B5EF4-FFF2-40B4-BE49-F238E27FC236}">
                    <a16:creationId xmlns:a16="http://schemas.microsoft.com/office/drawing/2014/main" id="{A3D116B3-4BF4-BB12-A56D-D12EFF463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453" y="1498044"/>
                <a:ext cx="1167018" cy="430118"/>
              </a:xfrm>
              <a:prstGeom prst="rect">
                <a:avLst/>
              </a:prstGeom>
              <a:blipFill>
                <a:blip r:embed="rId1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CuadroTexto 120">
                <a:extLst>
                  <a:ext uri="{FF2B5EF4-FFF2-40B4-BE49-F238E27FC236}">
                    <a16:creationId xmlns:a16="http://schemas.microsoft.com/office/drawing/2014/main" id="{38DFA4AA-5FF4-866A-CC40-D3D7703E7C68}"/>
                  </a:ext>
                </a:extLst>
              </p:cNvPr>
              <p:cNvSpPr txBox="1"/>
              <p:nvPr/>
            </p:nvSpPr>
            <p:spPr>
              <a:xfrm>
                <a:off x="7318453" y="3411286"/>
                <a:ext cx="1167018" cy="430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𝜉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IB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1" name="CuadroTexto 120">
                <a:extLst>
                  <a:ext uri="{FF2B5EF4-FFF2-40B4-BE49-F238E27FC236}">
                    <a16:creationId xmlns:a16="http://schemas.microsoft.com/office/drawing/2014/main" id="{38DFA4AA-5FF4-866A-CC40-D3D7703E7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453" y="3411286"/>
                <a:ext cx="1167018" cy="430118"/>
              </a:xfrm>
              <a:prstGeom prst="rect">
                <a:avLst/>
              </a:prstGeom>
              <a:blipFill>
                <a:blip r:embed="rId1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CuadroTexto 121">
                <a:extLst>
                  <a:ext uri="{FF2B5EF4-FFF2-40B4-BE49-F238E27FC236}">
                    <a16:creationId xmlns:a16="http://schemas.microsoft.com/office/drawing/2014/main" id="{9017B48C-C7FA-2D66-73F2-EFE578B770CF}"/>
                  </a:ext>
                </a:extLst>
              </p:cNvPr>
              <p:cNvSpPr txBox="1"/>
              <p:nvPr/>
            </p:nvSpPr>
            <p:spPr>
              <a:xfrm>
                <a:off x="7055424" y="1804189"/>
                <a:ext cx="1167018" cy="479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𝜉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s-E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s-ES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</m:sup>
                              </m:sSup>
                            </m:e>
                          </m:d>
                        </m:sub>
                        <m:sup>
                          <m:r>
                            <m:rPr>
                              <m:sty m:val="p"/>
                            </m:rPr>
                            <a:rPr lang="es-ES" b="0" i="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2" name="CuadroTexto 121">
                <a:extLst>
                  <a:ext uri="{FF2B5EF4-FFF2-40B4-BE49-F238E27FC236}">
                    <a16:creationId xmlns:a16="http://schemas.microsoft.com/office/drawing/2014/main" id="{9017B48C-C7FA-2D66-73F2-EFE578B77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424" y="1804189"/>
                <a:ext cx="1167018" cy="479940"/>
              </a:xfrm>
              <a:prstGeom prst="rect">
                <a:avLst/>
              </a:prstGeom>
              <a:blipFill>
                <a:blip r:embed="rId14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CuadroTexto 122">
                <a:extLst>
                  <a:ext uri="{FF2B5EF4-FFF2-40B4-BE49-F238E27FC236}">
                    <a16:creationId xmlns:a16="http://schemas.microsoft.com/office/drawing/2014/main" id="{78C78455-A0AF-DC0D-475E-8A72C30CE7B1}"/>
                  </a:ext>
                </a:extLst>
              </p:cNvPr>
              <p:cNvSpPr txBox="1"/>
              <p:nvPr/>
            </p:nvSpPr>
            <p:spPr>
              <a:xfrm>
                <a:off x="7055424" y="3704045"/>
                <a:ext cx="1167018" cy="479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𝜉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s-E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s-ES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</m:sup>
                              </m:sSup>
                            </m:e>
                          </m:d>
                        </m:sub>
                        <m:sup>
                          <m:r>
                            <m:rPr>
                              <m:sty m:val="p"/>
                            </m:rPr>
                            <a:rPr lang="es-ES" b="0" i="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3" name="CuadroTexto 122">
                <a:extLst>
                  <a:ext uri="{FF2B5EF4-FFF2-40B4-BE49-F238E27FC236}">
                    <a16:creationId xmlns:a16="http://schemas.microsoft.com/office/drawing/2014/main" id="{78C78455-A0AF-DC0D-475E-8A72C30CE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424" y="3704045"/>
                <a:ext cx="1167018" cy="479940"/>
              </a:xfrm>
              <a:prstGeom prst="rect">
                <a:avLst/>
              </a:prstGeom>
              <a:blipFill>
                <a:blip r:embed="rId15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CuadroTexto 123">
                <a:extLst>
                  <a:ext uri="{FF2B5EF4-FFF2-40B4-BE49-F238E27FC236}">
                    <a16:creationId xmlns:a16="http://schemas.microsoft.com/office/drawing/2014/main" id="{873C9934-C430-5880-711A-2299AFE1ED7B}"/>
                  </a:ext>
                </a:extLst>
              </p:cNvPr>
              <p:cNvSpPr txBox="1"/>
              <p:nvPr/>
            </p:nvSpPr>
            <p:spPr>
              <a:xfrm>
                <a:off x="7173524" y="4275000"/>
                <a:ext cx="1167018" cy="479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𝜉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s-E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s-ES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</m:sup>
                              </m:sSup>
                            </m:e>
                          </m:d>
                        </m:sub>
                        <m:sup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IB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4" name="CuadroTexto 123">
                <a:extLst>
                  <a:ext uri="{FF2B5EF4-FFF2-40B4-BE49-F238E27FC236}">
                    <a16:creationId xmlns:a16="http://schemas.microsoft.com/office/drawing/2014/main" id="{873C9934-C430-5880-711A-2299AFE1E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524" y="4275000"/>
                <a:ext cx="1167018" cy="479940"/>
              </a:xfrm>
              <a:prstGeom prst="rect">
                <a:avLst/>
              </a:prstGeom>
              <a:blipFill>
                <a:blip r:embed="rId16"/>
                <a:stretch>
                  <a:fillRect b="-379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CuadroTexto 124">
                <a:extLst>
                  <a:ext uri="{FF2B5EF4-FFF2-40B4-BE49-F238E27FC236}">
                    <a16:creationId xmlns:a16="http://schemas.microsoft.com/office/drawing/2014/main" id="{6859EFF8-0C1C-4267-B153-6E1AC5EA363F}"/>
                  </a:ext>
                </a:extLst>
              </p:cNvPr>
              <p:cNvSpPr txBox="1"/>
              <p:nvPr/>
            </p:nvSpPr>
            <p:spPr>
              <a:xfrm>
                <a:off x="7173524" y="2357881"/>
                <a:ext cx="1167018" cy="479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𝜉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s-E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s-ES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</m:sup>
                              </m:sSup>
                            </m:e>
                          </m:d>
                        </m:sub>
                        <m:sup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IB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5" name="CuadroTexto 124">
                <a:extLst>
                  <a:ext uri="{FF2B5EF4-FFF2-40B4-BE49-F238E27FC236}">
                    <a16:creationId xmlns:a16="http://schemas.microsoft.com/office/drawing/2014/main" id="{6859EFF8-0C1C-4267-B153-6E1AC5EA3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524" y="2357881"/>
                <a:ext cx="1167018" cy="479940"/>
              </a:xfrm>
              <a:prstGeom prst="rect">
                <a:avLst/>
              </a:prstGeom>
              <a:blipFill>
                <a:blip r:embed="rId17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Conector recto de flecha 125">
            <a:extLst>
              <a:ext uri="{FF2B5EF4-FFF2-40B4-BE49-F238E27FC236}">
                <a16:creationId xmlns:a16="http://schemas.microsoft.com/office/drawing/2014/main" id="{5CB879B2-3F46-617B-DDA5-033D490CFBE9}"/>
              </a:ext>
            </a:extLst>
          </p:cNvPr>
          <p:cNvCxnSpPr>
            <a:cxnSpLocks/>
          </p:cNvCxnSpPr>
          <p:nvPr/>
        </p:nvCxnSpPr>
        <p:spPr>
          <a:xfrm>
            <a:off x="959696" y="730537"/>
            <a:ext cx="3578398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ector recto de flecha 128">
            <a:extLst>
              <a:ext uri="{FF2B5EF4-FFF2-40B4-BE49-F238E27FC236}">
                <a16:creationId xmlns:a16="http://schemas.microsoft.com/office/drawing/2014/main" id="{BD49BAD2-3735-B1EB-055D-245E78BBFCCD}"/>
              </a:ext>
            </a:extLst>
          </p:cNvPr>
          <p:cNvCxnSpPr>
            <a:cxnSpLocks/>
          </p:cNvCxnSpPr>
          <p:nvPr/>
        </p:nvCxnSpPr>
        <p:spPr>
          <a:xfrm>
            <a:off x="959696" y="881325"/>
            <a:ext cx="7345775" cy="6529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CuadroTexto 130">
                <a:extLst>
                  <a:ext uri="{FF2B5EF4-FFF2-40B4-BE49-F238E27FC236}">
                    <a16:creationId xmlns:a16="http://schemas.microsoft.com/office/drawing/2014/main" id="{90281DF6-1C4C-F521-C801-7BDB61DD4FE2}"/>
                  </a:ext>
                </a:extLst>
              </p:cNvPr>
              <p:cNvSpPr txBox="1"/>
              <p:nvPr/>
            </p:nvSpPr>
            <p:spPr>
              <a:xfrm>
                <a:off x="1081178" y="-19546"/>
                <a:ext cx="3336518" cy="681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Uncertainty</a:t>
                </a: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RPA</a:t>
                </a:r>
              </a:p>
              <a:p>
                <a:pPr algn="ctr"/>
                <a:r>
                  <a:rPr lang="es-E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Scenarios</a:t>
                </a: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s-E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s-E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ES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s-ES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sup>
                    </m:sSup>
                    <m:r>
                      <a:rPr lang="es-ES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E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 …,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s-ES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s-ES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s-ES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s-E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1" name="CuadroTexto 130">
                <a:extLst>
                  <a:ext uri="{FF2B5EF4-FFF2-40B4-BE49-F238E27FC236}">
                    <a16:creationId xmlns:a16="http://schemas.microsoft.com/office/drawing/2014/main" id="{90281DF6-1C4C-F521-C801-7BDB61DD4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178" y="-19546"/>
                <a:ext cx="3336518" cy="681982"/>
              </a:xfrm>
              <a:prstGeom prst="rect">
                <a:avLst/>
              </a:prstGeom>
              <a:blipFill>
                <a:blip r:embed="rId18"/>
                <a:stretch>
                  <a:fillRect t="-5357" b="-1071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CuadroTexto 131">
                <a:extLst>
                  <a:ext uri="{FF2B5EF4-FFF2-40B4-BE49-F238E27FC236}">
                    <a16:creationId xmlns:a16="http://schemas.microsoft.com/office/drawing/2014/main" id="{6E5A323A-83DC-BFDA-A398-042AEE02C295}"/>
                  </a:ext>
                </a:extLst>
              </p:cNvPr>
              <p:cNvSpPr txBox="1"/>
              <p:nvPr/>
            </p:nvSpPr>
            <p:spPr>
              <a:xfrm>
                <a:off x="4756693" y="117723"/>
                <a:ext cx="3336518" cy="681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Uncertainty in </a:t>
                </a:r>
                <a:r>
                  <a:rPr lang="es-E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IPDs</a:t>
                </a: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es-E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Scenarios</a:t>
                </a: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𝜉</m:t>
                    </m:r>
                    <m:r>
                      <a:rPr lang="es-E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s-E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ES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s-ES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p>
                    </m:sSup>
                    <m:r>
                      <a:rPr lang="es-ES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E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 …,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s-ES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s-ES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s-ES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s-E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2" name="CuadroTexto 131">
                <a:extLst>
                  <a:ext uri="{FF2B5EF4-FFF2-40B4-BE49-F238E27FC236}">
                    <a16:creationId xmlns:a16="http://schemas.microsoft.com/office/drawing/2014/main" id="{6E5A323A-83DC-BFDA-A398-042AEE02C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693" y="117723"/>
                <a:ext cx="3336518" cy="681982"/>
              </a:xfrm>
              <a:prstGeom prst="rect">
                <a:avLst/>
              </a:prstGeom>
              <a:blipFill>
                <a:blip r:embed="rId19"/>
                <a:stretch>
                  <a:fillRect t="-4464" b="-1071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Elipse 148">
            <a:extLst>
              <a:ext uri="{FF2B5EF4-FFF2-40B4-BE49-F238E27FC236}">
                <a16:creationId xmlns:a16="http://schemas.microsoft.com/office/drawing/2014/main" id="{6BBE9311-18BA-A342-8D97-80052CCBDD85}"/>
              </a:ext>
            </a:extLst>
          </p:cNvPr>
          <p:cNvSpPr/>
          <p:nvPr/>
        </p:nvSpPr>
        <p:spPr>
          <a:xfrm>
            <a:off x="6811125" y="1748055"/>
            <a:ext cx="72000" cy="72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0" name="Elipse 149">
            <a:extLst>
              <a:ext uri="{FF2B5EF4-FFF2-40B4-BE49-F238E27FC236}">
                <a16:creationId xmlns:a16="http://schemas.microsoft.com/office/drawing/2014/main" id="{2C55A8C5-43F4-47D8-98E9-8E619341FA7E}"/>
              </a:ext>
            </a:extLst>
          </p:cNvPr>
          <p:cNvSpPr/>
          <p:nvPr/>
        </p:nvSpPr>
        <p:spPr>
          <a:xfrm>
            <a:off x="6811125" y="1892581"/>
            <a:ext cx="72000" cy="72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1" name="Elipse 150">
            <a:extLst>
              <a:ext uri="{FF2B5EF4-FFF2-40B4-BE49-F238E27FC236}">
                <a16:creationId xmlns:a16="http://schemas.microsoft.com/office/drawing/2014/main" id="{57E3E277-F9F0-8051-C597-7576FE870B65}"/>
              </a:ext>
            </a:extLst>
          </p:cNvPr>
          <p:cNvSpPr/>
          <p:nvPr/>
        </p:nvSpPr>
        <p:spPr>
          <a:xfrm>
            <a:off x="6811125" y="2037107"/>
            <a:ext cx="72000" cy="72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2" name="Elipse 151">
            <a:extLst>
              <a:ext uri="{FF2B5EF4-FFF2-40B4-BE49-F238E27FC236}">
                <a16:creationId xmlns:a16="http://schemas.microsoft.com/office/drawing/2014/main" id="{157BE5B5-FB31-4D69-0E9F-43A518AE5699}"/>
              </a:ext>
            </a:extLst>
          </p:cNvPr>
          <p:cNvSpPr/>
          <p:nvPr/>
        </p:nvSpPr>
        <p:spPr>
          <a:xfrm>
            <a:off x="6811125" y="3653034"/>
            <a:ext cx="72000" cy="72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3" name="Elipse 152">
            <a:extLst>
              <a:ext uri="{FF2B5EF4-FFF2-40B4-BE49-F238E27FC236}">
                <a16:creationId xmlns:a16="http://schemas.microsoft.com/office/drawing/2014/main" id="{463FA1DD-E104-23D4-553C-A4063E935E7F}"/>
              </a:ext>
            </a:extLst>
          </p:cNvPr>
          <p:cNvSpPr/>
          <p:nvPr/>
        </p:nvSpPr>
        <p:spPr>
          <a:xfrm>
            <a:off x="6811125" y="3797560"/>
            <a:ext cx="72000" cy="72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4" name="Elipse 153">
            <a:extLst>
              <a:ext uri="{FF2B5EF4-FFF2-40B4-BE49-F238E27FC236}">
                <a16:creationId xmlns:a16="http://schemas.microsoft.com/office/drawing/2014/main" id="{F5195731-8B30-7B75-15C8-8BCF73F824BB}"/>
              </a:ext>
            </a:extLst>
          </p:cNvPr>
          <p:cNvSpPr/>
          <p:nvPr/>
        </p:nvSpPr>
        <p:spPr>
          <a:xfrm>
            <a:off x="6811125" y="3942086"/>
            <a:ext cx="72000" cy="72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8" name="Elipse 157">
            <a:extLst>
              <a:ext uri="{FF2B5EF4-FFF2-40B4-BE49-F238E27FC236}">
                <a16:creationId xmlns:a16="http://schemas.microsoft.com/office/drawing/2014/main" id="{435A4131-0668-1D9C-1A09-07FD3DD90AA2}"/>
              </a:ext>
            </a:extLst>
          </p:cNvPr>
          <p:cNvSpPr/>
          <p:nvPr/>
        </p:nvSpPr>
        <p:spPr>
          <a:xfrm>
            <a:off x="2704520" y="2644782"/>
            <a:ext cx="72000" cy="72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9" name="Elipse 158">
            <a:extLst>
              <a:ext uri="{FF2B5EF4-FFF2-40B4-BE49-F238E27FC236}">
                <a16:creationId xmlns:a16="http://schemas.microsoft.com/office/drawing/2014/main" id="{B5ADE48D-C670-B34A-D356-43B3F5B6BE4B}"/>
              </a:ext>
            </a:extLst>
          </p:cNvPr>
          <p:cNvSpPr/>
          <p:nvPr/>
        </p:nvSpPr>
        <p:spPr>
          <a:xfrm>
            <a:off x="2704520" y="2847183"/>
            <a:ext cx="72000" cy="72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0" name="Elipse 159">
            <a:extLst>
              <a:ext uri="{FF2B5EF4-FFF2-40B4-BE49-F238E27FC236}">
                <a16:creationId xmlns:a16="http://schemas.microsoft.com/office/drawing/2014/main" id="{3288E959-8F45-2184-FEEF-A19C9B2887C2}"/>
              </a:ext>
            </a:extLst>
          </p:cNvPr>
          <p:cNvSpPr/>
          <p:nvPr/>
        </p:nvSpPr>
        <p:spPr>
          <a:xfrm>
            <a:off x="2704520" y="3049584"/>
            <a:ext cx="72000" cy="72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D01BBD38-B37A-FF71-A3C7-D253EDEAAE51}"/>
              </a:ext>
            </a:extLst>
          </p:cNvPr>
          <p:cNvCxnSpPr>
            <a:cxnSpLocks/>
          </p:cNvCxnSpPr>
          <p:nvPr/>
        </p:nvCxnSpPr>
        <p:spPr>
          <a:xfrm flipV="1">
            <a:off x="4534224" y="4701600"/>
            <a:ext cx="0" cy="90087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703DA6AD-B6B8-5F76-DA87-A0F7207F00BE}"/>
              </a:ext>
            </a:extLst>
          </p:cNvPr>
          <p:cNvCxnSpPr>
            <a:cxnSpLocks/>
          </p:cNvCxnSpPr>
          <p:nvPr/>
        </p:nvCxnSpPr>
        <p:spPr>
          <a:xfrm flipV="1">
            <a:off x="8305470" y="4685240"/>
            <a:ext cx="0" cy="9000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7940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73</Words>
  <Application>Microsoft Office PowerPoint</Application>
  <PresentationFormat>Panorámica</PresentationFormat>
  <Paragraphs>32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Álvaro García Cerezo</dc:creator>
  <cp:lastModifiedBy>Álvaro García Cerezo</cp:lastModifiedBy>
  <cp:revision>1</cp:revision>
  <dcterms:created xsi:type="dcterms:W3CDTF">2025-09-14T17:13:56Z</dcterms:created>
  <dcterms:modified xsi:type="dcterms:W3CDTF">2026-08-29T13:46:44Z</dcterms:modified>
</cp:coreProperties>
</file>